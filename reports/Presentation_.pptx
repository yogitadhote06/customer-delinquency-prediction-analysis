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anose="020F0502020204030204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2000"/>
            </a:pPr>
            <a:r>
              <a:rPr b="1" u="sng" dirty="0"/>
              <a:t>Inputs</a:t>
            </a:r>
            <a:r>
              <a:rPr dirty="0"/>
              <a:t>: Demographics, income, credit score, loan balance, credit utilization, DTI ratio, missed payments, Month_1–Month_6 history.</a:t>
            </a:r>
            <a:endParaRPr lang="en-US" dirty="0"/>
          </a:p>
          <a:p>
            <a:pPr>
              <a:defRPr sz="2000"/>
            </a:pPr>
            <a:r>
              <a:rPr b="1" u="sng" dirty="0"/>
              <a:t>Decision Logic</a:t>
            </a:r>
            <a:r>
              <a:rPr dirty="0"/>
              <a:t>: Clean data → Random Forest risk score + business rules.</a:t>
            </a:r>
            <a:endParaRPr lang="en-US" dirty="0"/>
          </a:p>
          <a:p>
            <a:pPr>
              <a:defRPr sz="2000"/>
            </a:pPr>
            <a:r>
              <a:rPr b="1" u="sng" dirty="0"/>
              <a:t>Actions</a:t>
            </a:r>
            <a:r>
              <a:rPr dirty="0"/>
              <a:t>: Low–reminders; Medium–payment plan offers; High–collections review.</a:t>
            </a:r>
            <a:endParaRPr lang="en-US" dirty="0"/>
          </a:p>
          <a:p>
            <a:pPr>
              <a:defRPr sz="2000"/>
            </a:pPr>
            <a:r>
              <a:rPr b="1" u="sng" dirty="0"/>
              <a:t>Learning</a:t>
            </a:r>
            <a:r>
              <a:rPr dirty="0"/>
              <a:t>: Monitor outcomes, retrain model, track KPIs.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843507"/>
            <a:ext cx="8368200" cy="2392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2000"/>
            </a:pPr>
            <a:r>
              <a:rPr b="1" u="sng" dirty="0"/>
              <a:t>Automated</a:t>
            </a:r>
            <a:r>
              <a:rPr dirty="0"/>
              <a:t>: Risk scoring, reminders, payment scheduling, dashboard updates.</a:t>
            </a:r>
            <a:endParaRPr lang="en-US" dirty="0"/>
          </a:p>
          <a:p>
            <a:pPr>
              <a:defRPr sz="2000"/>
            </a:pPr>
            <a:r>
              <a:rPr b="1" u="sng" dirty="0"/>
              <a:t>Human oversight</a:t>
            </a:r>
            <a:r>
              <a:rPr dirty="0"/>
              <a:t>: Hardship plans, legal escalation, disputed accounts, periodic model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705484"/>
            <a:ext cx="7522523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000"/>
            </a:pPr>
            <a:r>
              <a:rPr dirty="0"/>
              <a:t>Fairness checks, explainable predictions, human-in-the-loop,</a:t>
            </a:r>
            <a:endParaRPr lang="en-US" dirty="0"/>
          </a:p>
          <a:p>
            <a:pPr>
              <a:buNone/>
              <a:defRPr sz="2000"/>
            </a:pPr>
            <a:r>
              <a:rPr dirty="0"/>
              <a:t>privacy &amp; security, regulatory compliance, regular audits and</a:t>
            </a:r>
            <a:endParaRPr lang="en-US" dirty="0"/>
          </a:p>
          <a:p>
            <a:pPr>
              <a:buNone/>
              <a:defRPr sz="2000"/>
            </a:pPr>
            <a:r>
              <a:rPr dirty="0"/>
              <a:t>bias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000"/>
            </a:pPr>
            <a:r>
              <a:t>Business Impact:</a:t>
            </a:r>
            <a:br/>
            <a:r>
              <a:t>• 10–15% lower delinquency</a:t>
            </a:r>
            <a:br/>
            <a:r>
              <a:t>• Higher repayment rates</a:t>
            </a:r>
            <a:br/>
            <a:r>
              <a:t>• Reduced collection costs</a:t>
            </a:r>
            <a:br/>
            <a:r>
              <a:t>• Better customer experience through proactive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181</Words>
  <Application>Microsoft Office PowerPoint</Application>
  <PresentationFormat>On-screen Show (16:9)</PresentationFormat>
  <Paragraphs>16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Yogita Dhote</cp:lastModifiedBy>
  <cp:revision>3</cp:revision>
  <dcterms:modified xsi:type="dcterms:W3CDTF">2026-07-07T16:27:06Z</dcterms:modified>
</cp:coreProperties>
</file>